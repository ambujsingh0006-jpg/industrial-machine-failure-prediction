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Machine Failure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Predictive Maintenance | Project 17</a:t>
            </a:r>
          </a:p>
          <a:p>
            <a:r>
              <a:t>Ambuj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Unexpected machine failures cause downtime and maintenance cost.</a:t>
            </a:r>
          </a:p>
          <a:p>
            <a:pPr>
              <a:defRPr sz="2200"/>
            </a:pPr>
            <a:r>
              <a:t>Use sensor/process variables to identify failure risk before breakdown.</a:t>
            </a:r>
          </a:p>
          <a:p>
            <a:pPr>
              <a:defRPr sz="2200"/>
            </a:pPr>
            <a:r>
              <a:t>Build an ML-based decision-support prototype.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AI4I 2020 Predictive Maintenance Dataset structure</a:t>
            </a:r>
          </a:p>
          <a:p>
            <a:pPr>
              <a:defRPr sz="2200"/>
            </a:pPr>
            <a:r>
              <a:t>10,000 records and industrial process/sensor variables</a:t>
            </a:r>
          </a:p>
          <a:p>
            <a:pPr>
              <a:defRPr sz="2200"/>
            </a:pPr>
            <a:r>
              <a:t>Machine Type, temperatures, rotational speed, torque and tool wear</a:t>
            </a:r>
          </a:p>
          <a:p>
            <a:pPr>
              <a:defRPr sz="2200"/>
            </a:pPr>
            <a:r>
              <a:t>Machine Failure is the main classification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validation and cleaning</a:t>
            </a:r>
          </a:p>
          <a:p>
            <a:pPr>
              <a:defRPr sz="2200"/>
            </a:pPr>
            <a:r>
              <a:t>EDA and class-balance analysis</a:t>
            </a:r>
          </a:p>
          <a:p>
            <a:pPr>
              <a:defRPr sz="2200"/>
            </a:pPr>
            <a:r>
              <a:t>Encoding + scaling + stratified split</a:t>
            </a:r>
          </a:p>
          <a:p>
            <a:pPr>
              <a:defRPr sz="2200"/>
            </a:pPr>
            <a:r>
              <a:t>Model training and comparison</a:t>
            </a:r>
          </a:p>
          <a:p>
            <a:pPr>
              <a:defRPr sz="2200"/>
            </a:pPr>
            <a:r>
              <a:t>Prediction + maintenance alert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Logistic Regression</a:t>
            </a:r>
          </a:p>
          <a:p>
            <a:pPr>
              <a:defRPr sz="2200"/>
            </a:pPr>
            <a:r>
              <a:t>Decision Tree</a:t>
            </a:r>
          </a:p>
          <a:p>
            <a:pPr>
              <a:defRPr sz="2200"/>
            </a:pPr>
            <a:r>
              <a:t>Random Forest</a:t>
            </a:r>
          </a:p>
          <a:p>
            <a:pPr>
              <a:defRPr sz="2200"/>
            </a:pPr>
            <a:r>
              <a:t>Support Vector Machine (SVM)</a:t>
            </a:r>
          </a:p>
          <a:p>
            <a:pPr>
              <a:defRPr sz="2200"/>
            </a:pPr>
            <a:r>
              <a:t>Metrics: Precision, Recall, F1-score, ROC-AUC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Classification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Best model on working dataset: Random Forest</a:t>
            </a:r>
          </a:p>
          <a:p>
            <a:pPr>
              <a:defRPr sz="2200"/>
            </a:pPr>
            <a:r>
              <a:t>Precision: 0.662</a:t>
            </a:r>
          </a:p>
          <a:p>
            <a:pPr>
              <a:defRPr sz="2200"/>
            </a:pPr>
            <a:r>
              <a:t>Recall: 0.882</a:t>
            </a:r>
          </a:p>
          <a:p>
            <a:pPr>
              <a:defRPr sz="2200"/>
            </a:pPr>
            <a:r>
              <a:t>F1-score: 0.756</a:t>
            </a:r>
          </a:p>
          <a:p>
            <a:pPr>
              <a:defRPr sz="2200"/>
            </a:pPr>
            <a:r>
              <a:t>ROC-AUC: 0.949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Auxiliary task: predict continuous Tool Wear [min]</a:t>
            </a:r>
          </a:p>
          <a:p>
            <a:pPr>
              <a:defRPr sz="2200"/>
            </a:pPr>
            <a:r>
              <a:t>Models: Linear Regression and Random Forest Regressor</a:t>
            </a:r>
          </a:p>
          <a:p>
            <a:pPr>
              <a:defRPr sz="2200"/>
            </a:pPr>
            <a:r>
              <a:t>Metrics: MAE, RMSE and R²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Alert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Low risk → Continue monitoring</a:t>
            </a:r>
          </a:p>
          <a:p>
            <a:pPr>
              <a:defRPr sz="2200"/>
            </a:pPr>
            <a:r>
              <a:t>Medium risk → Schedule inspection</a:t>
            </a:r>
          </a:p>
          <a:p>
            <a:pPr>
              <a:defRPr sz="2200"/>
            </a:pPr>
            <a:r>
              <a:t>High risk → Immediate maintenance review</a:t>
            </a:r>
          </a:p>
          <a:p>
            <a:pPr>
              <a:defRPr sz="2200"/>
            </a:pPr>
            <a:r>
              <a:t>Prototype is decision support, not a safety-certified control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/ Portfolio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Demonstrates end-to-end applied ML</a:t>
            </a:r>
          </a:p>
          <a:p>
            <a:pPr>
              <a:defRPr sz="2200"/>
            </a:pPr>
            <a:r>
              <a:t>Covers preprocessing, imbalance, model comparison and evaluation</a:t>
            </a:r>
          </a:p>
          <a:p>
            <a:pPr>
              <a:defRPr sz="2200"/>
            </a:pPr>
            <a:r>
              <a:t>Includes deployment through a Streamlit prototype</a:t>
            </a:r>
          </a:p>
          <a:p>
            <a:pPr>
              <a:defRPr sz="2200"/>
            </a:pPr>
            <a:r>
              <a:t>Suitable for GitHub, resume and interview discussion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Live IoT sensor data</a:t>
            </a:r>
          </a:p>
          <a:p>
            <a:pPr>
              <a:defRPr sz="2200"/>
            </a:pPr>
            <a:r>
              <a:t>Time-series and Remaining Useful Life prediction</a:t>
            </a:r>
          </a:p>
          <a:p>
            <a:pPr>
              <a:defRPr sz="2200"/>
            </a:pPr>
            <a:r>
              <a:t>SHAP explainability</a:t>
            </a:r>
          </a:p>
          <a:p>
            <a:pPr>
              <a:defRPr sz="2200"/>
            </a:pPr>
            <a:r>
              <a:t>Model monitoring and drift detection</a:t>
            </a:r>
          </a:p>
          <a:p>
            <a:pPr>
              <a:defRPr sz="2200"/>
            </a:pPr>
            <a:r>
              <a:t>Cloud deployment and maintenance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